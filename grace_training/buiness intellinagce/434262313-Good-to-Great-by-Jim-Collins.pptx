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4" r:id="rId4"/>
    <p:sldId id="260" r:id="rId5"/>
    <p:sldId id="257" r:id="rId6"/>
    <p:sldId id="258" r:id="rId7"/>
    <p:sldId id="262" r:id="rId8"/>
    <p:sldId id="259" r:id="rId9"/>
    <p:sldId id="265" r:id="rId10"/>
    <p:sldId id="263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E6908-39BA-4F4E-8619-BD915C1FC328}" type="datetimeFigureOut">
              <a:rPr lang="en-US" smtClean="0"/>
              <a:pPr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20004-E639-4EE7-ACA6-7F9934F936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0"/>
            <a:ext cx="7772400" cy="1470025"/>
          </a:xfrm>
        </p:spPr>
        <p:txBody>
          <a:bodyPr/>
          <a:lstStyle/>
          <a:p>
            <a:r>
              <a:rPr lang="en-IN" dirty="0" smtClean="0"/>
              <a:t>GOOD TO GREAT BY JIM COLLINS</a:t>
            </a:r>
            <a:endParaRPr lang="en-US" dirty="0"/>
          </a:p>
        </p:txBody>
      </p:sp>
      <p:pic>
        <p:nvPicPr>
          <p:cNvPr id="4" name="Picture 3" descr="INDEX 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9712" y="1196752"/>
            <a:ext cx="4741664" cy="547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DEX 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260648"/>
            <a:ext cx="5688632" cy="6408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SELECTION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1,435 COMPANIES SELECTED FROM FORTUNE 500 LIST 1996</a:t>
            </a:r>
          </a:p>
          <a:p>
            <a:r>
              <a:rPr lang="en-IN" dirty="0" smtClean="0"/>
              <a:t>AFTER THE LEAP A COMPANY HAD TO GENERATE CUMULATIVE STOCK RETURNS THAT EXCEEDED GENERAL STOCK MARKET BY 15 TIMES</a:t>
            </a:r>
          </a:p>
          <a:p>
            <a:r>
              <a:rPr lang="en-IN" dirty="0" smtClean="0"/>
              <a:t>11 COMPANIES FINALLY SHORTLISTED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COMPANIES COVERED IN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NUCOR CORP</a:t>
            </a:r>
            <a:r>
              <a:rPr lang="en-IN" dirty="0" smtClean="0"/>
              <a:t>.(STEEL)</a:t>
            </a:r>
            <a:endParaRPr lang="en-IN" dirty="0" smtClean="0"/>
          </a:p>
          <a:p>
            <a:r>
              <a:rPr lang="en-IN" dirty="0" smtClean="0"/>
              <a:t>PHILIP MORRIS COS. INC</a:t>
            </a:r>
            <a:r>
              <a:rPr lang="en-IN" dirty="0" smtClean="0"/>
              <a:t>.(MARLBORO)</a:t>
            </a:r>
            <a:endParaRPr lang="en-IN" dirty="0" smtClean="0"/>
          </a:p>
          <a:p>
            <a:r>
              <a:rPr lang="en-IN" dirty="0" smtClean="0"/>
              <a:t>WALLGREENS(DRUG STORE)</a:t>
            </a:r>
            <a:endParaRPr lang="en-IN" dirty="0" smtClean="0"/>
          </a:p>
          <a:p>
            <a:r>
              <a:rPr lang="en-IN" dirty="0" smtClean="0"/>
              <a:t>WELLS </a:t>
            </a:r>
            <a:r>
              <a:rPr lang="en-IN" dirty="0" smtClean="0"/>
              <a:t>FARGO(BANKING)</a:t>
            </a:r>
            <a:endParaRPr lang="en-IN" dirty="0" smtClean="0"/>
          </a:p>
          <a:p>
            <a:r>
              <a:rPr lang="en-IN" dirty="0" smtClean="0"/>
              <a:t>KIMBERLY-CLARK CORP</a:t>
            </a:r>
            <a:r>
              <a:rPr lang="en-IN" dirty="0" smtClean="0"/>
              <a:t>.(HUGGIES)</a:t>
            </a:r>
          </a:p>
          <a:p>
            <a:r>
              <a:rPr lang="en-IN" dirty="0" smtClean="0"/>
              <a:t>ABBOT LABORATORIES(MEDICINE)</a:t>
            </a:r>
          </a:p>
          <a:p>
            <a:r>
              <a:rPr lang="en-IN" dirty="0" smtClean="0"/>
              <a:t>KROGER CO.(GROCERY)</a:t>
            </a:r>
          </a:p>
          <a:p>
            <a:r>
              <a:rPr lang="en-IN" dirty="0" smtClean="0"/>
              <a:t>PITNEY BOWES INC(MAILING SYSTEMS)</a:t>
            </a:r>
          </a:p>
          <a:p>
            <a:r>
              <a:rPr lang="en-IN" dirty="0" smtClean="0"/>
              <a:t>CIRCUIT CITY( CONSUMER ELECTRONICS)</a:t>
            </a:r>
          </a:p>
          <a:p>
            <a:r>
              <a:rPr lang="en-IN" smtClean="0"/>
              <a:t>FANNIE MAE( MORTGAGE FINANCING)</a:t>
            </a:r>
            <a:endParaRPr lang="en-IN" dirty="0" smtClean="0"/>
          </a:p>
          <a:p>
            <a:r>
              <a:rPr lang="en-IN" dirty="0" smtClean="0"/>
              <a:t>GILLETE CO.(RAZOR BLADES)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GOOD TO GREAT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STAGE 1 – LEVEL 5 LEADERSHIP, FIRST WHO THEN WHAT</a:t>
            </a:r>
          </a:p>
          <a:p>
            <a:r>
              <a:rPr lang="en-IN" dirty="0" smtClean="0"/>
              <a:t>STAGE 2 – CONFRONT THE BRUTAL FACTS, THE HEDGEHOG CONCEPT</a:t>
            </a:r>
          </a:p>
          <a:p>
            <a:r>
              <a:rPr lang="en-IN" dirty="0" smtClean="0"/>
              <a:t>STAGE 3 – CULTURE OF DISCIPLINE, THE FLYWHEEL</a:t>
            </a:r>
          </a:p>
          <a:p>
            <a:r>
              <a:rPr lang="en-IN" dirty="0" smtClean="0"/>
              <a:t>STAGE 4 – CLOCK BUILDING NOT TIME TELLING, STIMULATE PROGRESS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LEVEL 5 EXECUTIVE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BUILDS ENDURING GREATNESS THROUGH A PARADOXICAL BLEND OF PERSONAL HUMILITY AND PERSONAL WILL</a:t>
            </a:r>
          </a:p>
          <a:p>
            <a:r>
              <a:rPr lang="en-IN" dirty="0" smtClean="0"/>
              <a:t>HUMILITY</a:t>
            </a:r>
          </a:p>
          <a:p>
            <a:r>
              <a:rPr lang="en-IN" dirty="0" smtClean="0"/>
              <a:t>ORGANIZATION FIRST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_20190904_12363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188640"/>
            <a:ext cx="7704856" cy="648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HEDGEHOG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WHAT YOU ARE DEEPLY PASSIONATE ABOUT?</a:t>
            </a:r>
          </a:p>
          <a:p>
            <a:r>
              <a:rPr lang="en-IN" dirty="0" smtClean="0"/>
              <a:t>WHAT YOU CAN BE THE BEST IN THE WORLD AT?</a:t>
            </a:r>
          </a:p>
          <a:p>
            <a:r>
              <a:rPr lang="en-IN" dirty="0" smtClean="0"/>
              <a:t>WHAT BEST DRIVES YOUR ECONOMIC ENGINE?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PICTURE THE EGG FROM CHICKEN’S POINT OF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MOMENT OF BREAKTHROUGH WAS SIMPLY ONE MORE STEP IN A LONG CHAIN OF STEPS</a:t>
            </a:r>
          </a:p>
          <a:p>
            <a:r>
              <a:rPr lang="en-IN" dirty="0" smtClean="0"/>
              <a:t>HARDLY THE RADICAL TRANSFORMATION THAT IT LOOKED FROM THE OUTSIDE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G_20190904_12365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47664" y="188640"/>
            <a:ext cx="6336704" cy="6336704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pPr>
              <a:buNone/>
            </a:pPr>
            <a:r>
              <a:rPr lang="en-IN" dirty="0" smtClean="0"/>
              <a:t>                               THANK YOU</a:t>
            </a:r>
          </a:p>
          <a:p>
            <a:endParaRPr lang="en-IN" dirty="0"/>
          </a:p>
          <a:p>
            <a:pPr>
              <a:buNone/>
            </a:pPr>
            <a:r>
              <a:rPr lang="en-IN" dirty="0" smtClean="0"/>
              <a:t>                    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226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GOOD TO GREAT BY JIM COLLINS</vt:lpstr>
      <vt:lpstr>Slide 2</vt:lpstr>
      <vt:lpstr>SELECTION CRITERIA</vt:lpstr>
      <vt:lpstr>COMPANIES COVERED IN STUDY</vt:lpstr>
      <vt:lpstr>GOOD TO GREAT FRAMEWORK</vt:lpstr>
      <vt:lpstr>LEVEL 5 EXECUTIVE</vt:lpstr>
      <vt:lpstr>Slide 7</vt:lpstr>
      <vt:lpstr>HEDGEHOG CONCEPT</vt:lpstr>
      <vt:lpstr>PICTURE THE EGG FROM CHICKEN’S POINT OF VIEW</vt:lpstr>
      <vt:lpstr>Slide 10</vt:lpstr>
      <vt:lpstr>Slide 11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TO GREAT BY JIM COLLINS</dc:title>
  <dc:creator>HP</dc:creator>
  <cp:lastModifiedBy>HP</cp:lastModifiedBy>
  <cp:revision>5</cp:revision>
  <dcterms:created xsi:type="dcterms:W3CDTF">2019-09-04T03:47:45Z</dcterms:created>
  <dcterms:modified xsi:type="dcterms:W3CDTF">2019-09-04T07:32:30Z</dcterms:modified>
</cp:coreProperties>
</file>